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Overlock" panose="020B0604020202020204" charset="0"/>
      <p:regular r:id="rId15"/>
      <p:bold r:id="rId16"/>
      <p:italic r:id="rId17"/>
      <p:boldItalic r:id="rId18"/>
    </p:embeddedFont>
    <p:embeddedFont>
      <p:font typeface="Roboto Mono" panose="00000009000000000000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f8ca098bd_4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df8ca098bd_4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f8ca098bd_4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df8ca098bd_4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df8ca098bd_4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8ca098bd_4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3df8ca098bd_4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df8ca098bd_4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f8ca098bd_4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df8ca098bd_4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df8ca098bd_4_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f8ca098bd_4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df8ca098bd_4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df8ca098bd_4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f8ca098bd_9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df8ca098bd_9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df8ca098bd_9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f8ca098bd_4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df8ca098bd_4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df8ca098bd_4_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f8ca098bd_9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df8ca098bd_9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df8ca098bd_9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f8ca098bd_4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df8ca098bd_4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df8ca098bd_4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f8ca098bd_4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3df8ca098bd_4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df8ca098bd_4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f8ca098bd_4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df8ca098bd_4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df8ca098bd_4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na-Shijo/Buildat---dataset-generato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rive.google.com/file/d/1EG1yAB9kTh0XwaqDbK9B65pBPwsIXQng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6"/>
          <p:cNvPicPr preferRelativeResize="0"/>
          <p:nvPr/>
        </p:nvPicPr>
        <p:blipFill rotWithShape="1">
          <a:blip r:embed="rId3">
            <a:alphaModFix/>
          </a:blip>
          <a:srcRect l="35216" t="9860" r="35722" b="40504"/>
          <a:stretch/>
        </p:blipFill>
        <p:spPr>
          <a:xfrm>
            <a:off x="5529404" y="1214846"/>
            <a:ext cx="3316012" cy="4228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 txBox="1"/>
          <p:nvPr/>
        </p:nvSpPr>
        <p:spPr>
          <a:xfrm>
            <a:off x="0" y="453346"/>
            <a:ext cx="1636940" cy="3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none" strike="noStrike" cap="non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sz="1500" b="1" i="0" u="none" strike="noStrike" cap="non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1317174" y="327090"/>
            <a:ext cx="156837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 u="none" strike="noStrike" cap="non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sz="2700" b="0" i="0" u="none" strike="noStrike" cap="non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461079" y="1844628"/>
            <a:ext cx="3849327" cy="3762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RVCE_Devcore</a:t>
            </a:r>
            <a:endParaRPr sz="3000" b="1" i="0" u="none" strike="noStrike" cap="non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dataset generator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Nandana Nair</a:t>
            </a:r>
            <a:br>
              <a:rPr lang="en-GB" sz="30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lang="en-GB" sz="30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Manal Iqbal</a:t>
            </a:r>
            <a:br>
              <a:rPr lang="en-GB" sz="30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lang="en-GB" sz="30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Saana Shijo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Suditi D Joshi</a:t>
            </a:r>
            <a:br>
              <a:rPr lang="en-GB" sz="30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endParaRPr sz="3000" b="1" i="0" u="none" strike="noStrike" cap="none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134" name="Google Shape;134;p26"/>
          <p:cNvGrpSpPr/>
          <p:nvPr/>
        </p:nvGrpSpPr>
        <p:grpSpPr>
          <a:xfrm>
            <a:off x="103016" y="35060"/>
            <a:ext cx="2860619" cy="479284"/>
            <a:chOff x="137355" y="133834"/>
            <a:chExt cx="3814159" cy="639045"/>
          </a:xfrm>
        </p:grpSpPr>
        <p:pic>
          <p:nvPicPr>
            <p:cNvPr id="135" name="Google Shape;135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6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sz="1400" b="1" i="0" u="none" strike="noStrike" cap="non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7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/>
          <p:nvPr/>
        </p:nvSpPr>
        <p:spPr>
          <a:xfrm>
            <a:off x="4389120" y="1046946"/>
            <a:ext cx="384048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57200" y="1225296"/>
            <a:ext cx="8131428" cy="339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we selected this theme (GenAI Research)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chose the GenAI Research theme because while powerful AI models are widely available, high-quality, domain-specific datasets are scarce, limiting real-world applications.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problem are we solving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efficient way to obtain clean, labeled, and customizable datasets, as most data is scattered, unstructured, and not ready for machine learning.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faces this problem (Persona)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 Engineers, Researchers, Students, and Startups face this issue as they struggle to find or create suitable datasets for their specific use cases.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is it important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 consumes most of the ML development time, and poor-quality data leads to inaccurate models and slower innovation.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8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Solution &amp; Gaps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/>
          <p:nvPr/>
        </p:nvSpPr>
        <p:spPr>
          <a:xfrm>
            <a:off x="4389120" y="1046946"/>
            <a:ext cx="384048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555372" y="1262209"/>
            <a:ext cx="7921435" cy="256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Solutions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platforms such as BrowseAI and Firecrawl provide AI-powered web scraping and structured data extraction capabilities for websites.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Missing / Broken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tools primarily focus on data extraction and crawling, but they do not provide an end-to-end system for automatically generating clean, labeled, domain-specific, and ML-ready datasets tailored to user-defined topics.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an opportunity to build a scalable platform that not only scrapes and structures data, but also cleans, enriches, labels, and transforms it into customizable datasets ready for machine learning applications.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9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9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Solutions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9"/>
          <p:cNvSpPr/>
          <p:nvPr/>
        </p:nvSpPr>
        <p:spPr>
          <a:xfrm>
            <a:off x="4389120" y="1046946"/>
            <a:ext cx="384048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555372" y="1262209"/>
            <a:ext cx="7977256" cy="318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built an automated system that generates clean, labeled, and customizable datasets from real-world web data based on a user-defined topic.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Idea (Explanation)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collects data from multiple public sources, processes and structures it, and uses AI to automatically label it, converting raw information into ML-ready datasets.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data collection from multiple sources (Reddit, GitHub, web)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cleaning, structuring, and normalization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AI-based labeling for generating supervised datasets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dataset generation based on user input topic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 in ML-ready formats (CSV/JSON)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0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0"/>
          <p:cNvSpPr/>
          <p:nvPr/>
        </p:nvSpPr>
        <p:spPr>
          <a:xfrm>
            <a:off x="4389120" y="1046946"/>
            <a:ext cx="384048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535375" y="1225300"/>
            <a:ext cx="6677100" cy="22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Screen / Flow</a:t>
            </a:r>
            <a:endParaRPr sz="23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User enters a game genre/query and dataset limit.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NanoBot launches the Steam scraper script.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Steam APIs are used to collect game details and reviews.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Ollama AI model analyzes and labels sentiments.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Data is converted into structured CSV format.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Final dataset is automatically saved and returned to the user.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457200" y="3345625"/>
            <a:ext cx="705210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How User Interacts</a:t>
            </a:r>
            <a:endParaRPr sz="23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User runs the dataset generation command.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System automatically scrapes Steam data and processes it using AI.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User receives the generated CSV dataset path and summary.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CSV can be opened in Excel, Pandas, or Jupyter Notebook.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1"/>
          <p:cNvSpPr/>
          <p:nvPr/>
        </p:nvSpPr>
        <p:spPr>
          <a:xfrm>
            <a:off x="457200" y="164592"/>
            <a:ext cx="1463100" cy="25590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1"/>
          <p:cNvSpPr/>
          <p:nvPr/>
        </p:nvSpPr>
        <p:spPr>
          <a:xfrm>
            <a:off x="457200" y="164592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457200" y="5029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1"/>
          <p:cNvSpPr/>
          <p:nvPr/>
        </p:nvSpPr>
        <p:spPr>
          <a:xfrm>
            <a:off x="4389120" y="1046946"/>
            <a:ext cx="384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457200" y="1225550"/>
            <a:ext cx="7271100" cy="1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Key Moments</a:t>
            </a:r>
            <a:endParaRPr sz="2300" b="1"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User starts dataset generation with a simple query.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 Real-time Steam game and review scraping.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 AI-based sentiment classification using Ollama models.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 Automatic CSV dataset creation with labels and scores.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 Dataset saved instantly for ML and data analysis use.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&amp; Architecture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555378" y="1262200"/>
            <a:ext cx="7674300" cy="20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chemeClr val="dk1"/>
                </a:solidFill>
              </a:rPr>
              <a:t>Tech Stack</a:t>
            </a:r>
            <a:endParaRPr sz="23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Programming Language:</a:t>
            </a:r>
            <a:r>
              <a:rPr lang="en-GB">
                <a:solidFill>
                  <a:schemeClr val="dk1"/>
                </a:solidFill>
              </a:rPr>
              <a:t> Python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Web Scraping:</a:t>
            </a:r>
            <a:r>
              <a:rPr lang="en-GB">
                <a:solidFill>
                  <a:schemeClr val="dk1"/>
                </a:solidFill>
              </a:rPr>
              <a:t> Requests, Selenium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Data Processing:</a:t>
            </a:r>
            <a:r>
              <a:rPr lang="en-GB">
                <a:solidFill>
                  <a:schemeClr val="dk1"/>
                </a:solidFill>
              </a:rPr>
              <a:t> Pandas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Automation:</a:t>
            </a:r>
            <a:r>
              <a:rPr lang="en-GB">
                <a:solidFill>
                  <a:schemeClr val="dk1"/>
                </a:solidFill>
              </a:rPr>
              <a:t> NanoBot Skills Framework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Dataset Storage:</a:t>
            </a:r>
            <a:r>
              <a:rPr lang="en-GB">
                <a:solidFill>
                  <a:schemeClr val="dk1"/>
                </a:solidFill>
              </a:rPr>
              <a:t> CSV Files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Browser Automation:</a:t>
            </a:r>
            <a:r>
              <a:rPr lang="en-GB">
                <a:solidFill>
                  <a:schemeClr val="dk1"/>
                </a:solidFill>
              </a:rPr>
              <a:t> ChromeDriver, WebDriver Manager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5972075" y="57000"/>
            <a:ext cx="3000000" cy="50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AI Usage</a:t>
            </a: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Models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Ollama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Phi-3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Llama 3.2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APIs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Steam Store API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Steam Reviews API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Ollama Local API (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localhost:11434</a:t>
            </a:r>
            <a:r>
              <a:rPr lang="en-GB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Frameworks / Libraries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LangChain Ollama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Selenium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Pandas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Requests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3"/>
          <p:cNvSpPr/>
          <p:nvPr/>
        </p:nvSpPr>
        <p:spPr>
          <a:xfrm>
            <a:off x="457200" y="164592"/>
            <a:ext cx="1463100" cy="25590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3"/>
          <p:cNvSpPr/>
          <p:nvPr/>
        </p:nvSpPr>
        <p:spPr>
          <a:xfrm>
            <a:off x="457200" y="164592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457200" y="5029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&amp; Architecture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457200" y="1225550"/>
            <a:ext cx="6770700" cy="22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System Flow (Simple)</a:t>
            </a:r>
            <a:endParaRPr sz="23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User gives game genre/query.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NanoBot starts the scraper script.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Steam APIs provide game details and reviews.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AI model analyzes sentiments from reviews.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Data is cleaned and structured.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</a:rPr>
              <a:t>Final dataset is saved as a CSV file.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4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4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4389120" y="1046946"/>
            <a:ext cx="384048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555372" y="1262209"/>
            <a:ext cx="8064974" cy="318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 Scenarios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 Development Companies: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Automatically analyze player reviews to identify common issues like crashes or performance problems and prioritize fixes.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Support Systems: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Classify incoming user complaints and route them to the appropriate teams for faster resolution.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Startup Product Teams: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Generate domain-specific datasets to train models for recommendation systems or feedback analysis without investing heavily in data collection.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&amp; Academia: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 customized datasets for niche research problems where no public datasets are available.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Potential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can scale across multiple domains such as e-commerce, healthcare discussions, finance, and social media analytics, while supporting large-scale data collection and real-time dataset generation through cloud deployment.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5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5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5"/>
          <p:cNvSpPr/>
          <p:nvPr/>
        </p:nvSpPr>
        <p:spPr>
          <a:xfrm>
            <a:off x="4389120" y="1046946"/>
            <a:ext cx="384048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5"/>
          <p:cNvSpPr txBox="1"/>
          <p:nvPr/>
        </p:nvSpPr>
        <p:spPr>
          <a:xfrm>
            <a:off x="555372" y="1262209"/>
            <a:ext cx="8229600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Our Solution Stands Out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existing tools that only scrape or provide static datasets, our system delivers an </a:t>
            </a: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pipeline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automatically converts raw web data into clean, labeled, and ML-ready datasets tailored to any user-defined topic.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Moats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Automation Advantage: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Combines data collection, cleaning, structuring, and AI-based labeling in a single system, eliminating the need for multiple tools and manual effort. </a:t>
            </a:r>
            <a:endParaRPr sz="1100"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Dataset Generation at Scale: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Enables on-demand creation of domain-specific datasets, which are not readily available elsewhere, making it highly adaptable and difficult to replicate quickly.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6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6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Generator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6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6"/>
          <p:cNvSpPr/>
          <p:nvPr/>
        </p:nvSpPr>
        <p:spPr>
          <a:xfrm>
            <a:off x="4389120" y="1046946"/>
            <a:ext cx="384048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555371" y="1262209"/>
            <a:ext cx="8062417" cy="66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</a:t>
            </a:r>
            <a:br>
              <a:rPr lang="en-GB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demo video </a:t>
            </a:r>
            <a:br>
              <a:rPr lang="en-GB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908</Words>
  <Application>Microsoft Office PowerPoint</Application>
  <PresentationFormat>On-screen Show (16:9)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Roboto Mono</vt:lpstr>
      <vt:lpstr>Overlock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saana.shijo@gmail.com</cp:lastModifiedBy>
  <cp:revision>2</cp:revision>
  <dcterms:modified xsi:type="dcterms:W3CDTF">2026-05-08T13:36:14Z</dcterms:modified>
</cp:coreProperties>
</file>